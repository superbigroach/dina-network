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DINA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103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Why Every Blockchain Charges</a:t>
            </a:r>
            <a:br/>
            <a:r>
              <a:t>Fees — And Why We Don't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4D399"/>
                </a:solidFill>
                <a:latin typeface="Segoe UI"/>
              </a:defRPr>
            </a:pPr>
            <a:r>
              <a:t>The $0.00 Transaction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943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100ms finality  ·  Zero fees  ·  USDC native  ·  21 validators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6858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dina-wallet.web.app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Why does it cost money</a:t>
            </a:r>
            <a:br/>
            <a:r>
              <a:t>to send money?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891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20"/>
              </a:spcAft>
              <a:defRPr sz="2800" b="0">
                <a:solidFill>
                  <a:srgbClr val="F87171"/>
                </a:solidFill>
                <a:latin typeface="Segoe UI"/>
              </a:defRPr>
            </a:pPr>
            <a:r>
              <a:t>Ethereum: $1 – $50 per transaction</a:t>
            </a:r>
          </a:p>
          <a:p>
            <a:pPr>
              <a:spcAft>
                <a:spcPts val="1320"/>
              </a:spcAft>
              <a:defRPr sz="2800" b="0">
                <a:solidFill>
                  <a:srgbClr val="FBBF24"/>
                </a:solidFill>
                <a:latin typeface="Segoe UI"/>
              </a:defRPr>
            </a:pPr>
            <a:r>
              <a:t>Solana: $0.001 – but you need SOL tokens first</a:t>
            </a:r>
          </a:p>
          <a:p>
            <a:pPr>
              <a:spcAft>
                <a:spcPts val="1320"/>
              </a:spcAft>
              <a:defRPr sz="2800" b="0">
                <a:solidFill>
                  <a:srgbClr val="FBBF24"/>
                </a:solidFill>
                <a:latin typeface="Segoe UI"/>
              </a:defRPr>
            </a:pPr>
            <a:r>
              <a:t>Base: $0.01 – but you need ETH tokens first</a:t>
            </a:r>
          </a:p>
          <a:p>
            <a:pPr>
              <a:spcAft>
                <a:spcPts val="132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320"/>
              </a:spcAft>
              <a:defRPr sz="3200" b="1">
                <a:solidFill>
                  <a:srgbClr val="34D399"/>
                </a:solidFill>
                <a:latin typeface="Segoe UI"/>
              </a:defRPr>
            </a:pPr>
            <a:r>
              <a:t>Dina: $0.00 — just USDC, nothing else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WHAT GAS FEES ACTUALLY PAY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Rent. For other people's computers.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657600"/>
            <a:ext cx="50292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EVERY OTHER BLOCKCHAIN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438912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2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Validators = strangers</a:t>
            </a:r>
          </a:p>
          <a:p>
            <a:pPr>
              <a:spcAft>
                <a:spcPts val="132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Strangers won't work for free</a:t>
            </a:r>
          </a:p>
          <a:p>
            <a:pPr>
              <a:spcAft>
                <a:spcPts val="132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So you charge users gas fees</a:t>
            </a:r>
          </a:p>
          <a:p>
            <a:pPr>
              <a:spcAft>
                <a:spcPts val="132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Fees go to the strangers</a:t>
            </a:r>
          </a:p>
          <a:p>
            <a:pPr>
              <a:spcAft>
                <a:spcPts val="1320"/>
              </a:spcAft>
              <a:defRPr sz="2200" b="1">
                <a:solidFill>
                  <a:srgbClr val="F87171"/>
                </a:solidFill>
                <a:latin typeface="Segoe UI"/>
              </a:defRPr>
            </a:pPr>
            <a:r>
              <a:t>→ Users pay $1-50 per transaction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3657600"/>
            <a:ext cx="50292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Segoe UI"/>
              </a:defRPr>
            </a:pPr>
            <a:r>
              <a:t>DINA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438912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2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Validators = our servers</a:t>
            </a:r>
          </a:p>
          <a:p>
            <a:pPr>
              <a:spcAft>
                <a:spcPts val="132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We pay the cloud bill</a:t>
            </a:r>
          </a:p>
          <a:p>
            <a:pPr>
              <a:spcAft>
                <a:spcPts val="132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Users pay nothing</a:t>
            </a:r>
          </a:p>
          <a:p>
            <a:pPr>
              <a:spcAft>
                <a:spcPts val="132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Same cryptographic security</a:t>
            </a:r>
          </a:p>
          <a:p>
            <a:pPr>
              <a:spcAft>
                <a:spcPts val="1320"/>
              </a:spcAft>
              <a:defRPr sz="2200" b="1">
                <a:solidFill>
                  <a:srgbClr val="34D399"/>
                </a:solidFill>
                <a:latin typeface="Segoe UI"/>
              </a:defRPr>
            </a:pPr>
            <a:r>
              <a:t>→ Users pay $0.00 per transaction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WHAT OTHER CHAINS BUILT TO PAY STRANGERS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Native Token (ETH, SOL, BNB)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Medium of payment to validators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240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240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Gas Fee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240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Dynamic pricing so blocks don't get spammed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Staking 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834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Force validators to lock capital as collateral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429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429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Slashing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429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Punish misbehaving validators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Inflation Schedule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023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Print new tokens when fees aren't enough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617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617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Token Burns (EIP-1559)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617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Burn tokens to control supply inflation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212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212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MEV Extraction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212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Validators reorder txs for profit (side effect)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806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5806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MEV Protection (Flashbots)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806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Protect users from validator exploitation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6400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6400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Governance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6400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Let token holders vote on fee parameters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6995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6995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Liquid Staking (Lido)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6995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Let people stake without running a validator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7589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All of this exists because validators are anonymous strangers who need to be paid.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DINA'S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Just run the servers yourself.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4114800"/>
            <a:ext cx="109728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4160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4D399"/>
                </a:solidFill>
                <a:latin typeface="Segoe UI"/>
              </a:defRPr>
            </a:pPr>
            <a:r>
              <a:t>21 validators  ×  Google Cloud e2-medium  ×  $24/month each  =  $504/month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That's the entire network. $504/month.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6400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Segoe UI"/>
              </a:defRPr>
            </a:pPr>
            <a:r>
              <a:t>No token. No staking. No inflation. No fee market. No governance.</a:t>
            </a:r>
            <a:br/>
            <a:r>
              <a:t>No MEV. No liquid staking. No slashing. No gas fees.</a:t>
            </a:r>
            <a:br/>
            <a:r>
              <a:t>Just 21 servers verifying transactions.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WHAT VALIDATORS ACTUALLY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4A3B8"/>
                </a:solidFill>
                <a:latin typeface="Segoe UI"/>
              </a:defRPr>
            </a:pPr>
            <a:r>
              <a:t>The same thing on every blockchain. Including 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Receive transaction from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0906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0906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Verify Ed25519 signature (is this really from the sender?)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62102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62102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Check nonce (prevent replay attacks)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151375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151375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Check balance (does sender have enough USDC?)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681727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681727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Execute transaction (move money A → 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2120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52120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Run gas meter on smart contracts (prevent infinite loops)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742431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5742431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Update state (new balances)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6272783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6272783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Package into a block, sign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680313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680313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Send to other validators, reach consensus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733348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733348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Block confirmed — 100ms 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7863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Identical process on Ethereum, Solana, BSC, and Dina. The only difference: who pays the electricity.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WHAT IT COSTS TO RUN A BLOCKCHAIN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1188720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691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Cost/Validator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691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# Validators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User Fee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Solana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468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512 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$6-12K/mo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1,800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7171"/>
                </a:solidFill>
                <a:latin typeface="Segoe UI"/>
              </a:defRPr>
            </a:pPr>
            <a:r>
              <a:t>$0.001 + need SOL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54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Ethereum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154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16-32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154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$80-150/mo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154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1,050,000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3154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7171"/>
                </a:solidFill>
                <a:latin typeface="Segoe UI"/>
              </a:defRPr>
            </a:pPr>
            <a:r>
              <a:t>$1-50 + need ETH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BSC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840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64-128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$300-600/mo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840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BBF24"/>
                </a:solidFill>
                <a:latin typeface="Segoe UI"/>
              </a:defRPr>
            </a:pPr>
            <a:r>
              <a:t>$0.05 + need BNB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526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Avalanche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526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16-32 GB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4526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$100-300/mo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526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1,200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4526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BBF24"/>
                </a:solidFill>
                <a:latin typeface="Segoe UI"/>
              </a:defRPr>
            </a:pPr>
            <a:r>
              <a:t>$0.01 + need AVAX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Polygon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212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32-64 GB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$200-500/mo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5212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BBF24"/>
                </a:solidFill>
                <a:latin typeface="Segoe UI"/>
              </a:defRPr>
            </a:pPr>
            <a:r>
              <a:t>$0.01 + need POL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5806440"/>
            <a:ext cx="11887200" cy="59436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54480" y="5897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Dina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897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4D399"/>
                </a:solidFill>
                <a:latin typeface="Segoe UI"/>
              </a:defRPr>
            </a:pPr>
            <a:r>
              <a:t>4 GB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5897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4D399"/>
                </a:solidFill>
                <a:latin typeface="Segoe UI"/>
              </a:defRPr>
            </a:pPr>
            <a:r>
              <a:t>$24/mo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897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4D39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5897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$0.00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6858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Solana validators pay $5,000-10,000/month just in voting fees.</a:t>
            </a:r>
            <a:br/>
            <a:r>
              <a:t>Ethereum validators must lock $80,000+ in ETH as collateral.</a:t>
            </a:r>
            <a:br/>
            <a:r>
              <a:t>Dina validators cost less than a Netflix subscription.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WHY DO OTHER CHAINS NEED SUCH EXPENSIVE HARDWARE?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5486400" cy="2926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Segoe UI"/>
              </a:defRPr>
            </a:pPr>
            <a:r>
              <a:t>SOLANA — $512 GB 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2860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2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Keeps entire accounts database</a:t>
            </a:r>
          </a:p>
          <a:p>
            <a:pPr>
              <a:spcAft>
                <a:spcPts val="132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(~400 GB) in memory</a:t>
            </a:r>
          </a:p>
          <a:p>
            <a:pPr>
              <a:spcAft>
                <a:spcPts val="132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32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Every validator replays every</a:t>
            </a:r>
          </a:p>
          <a:p>
            <a:pPr>
              <a:spcAft>
                <a:spcPts val="132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transaction at 4,000 TPS</a:t>
            </a:r>
          </a:p>
          <a:p>
            <a:pPr>
              <a:spcAft>
                <a:spcPts val="132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32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Needs 1 Gbps bandwidth minimum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645920"/>
            <a:ext cx="5486400" cy="2926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Segoe UI"/>
              </a:defRPr>
            </a:pPr>
            <a:r>
              <a:t>ETHEREUM — 1,050,000 validators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2860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2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$80,000+ locked per validator</a:t>
            </a:r>
          </a:p>
          <a:p>
            <a:pPr>
              <a:spcAft>
                <a:spcPts val="132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= ~$84 BILLION total staked</a:t>
            </a:r>
          </a:p>
          <a:p>
            <a:pPr>
              <a:spcAft>
                <a:spcPts val="132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32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Must process attestations from</a:t>
            </a:r>
          </a:p>
          <a:p>
            <a:pPr>
              <a:spcAft>
                <a:spcPts val="132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1 million validators per epoch</a:t>
            </a:r>
          </a:p>
          <a:p>
            <a:pPr>
              <a:spcAft>
                <a:spcPts val="132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32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2-4 TB SSD for chain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846320"/>
            <a:ext cx="118872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9377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DINA — 4 GB RAM, $24/month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4864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2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Fresh chain = minimal state to store</a:t>
            </a:r>
          </a:p>
          <a:p>
            <a:pPr>
              <a:spcAft>
                <a:spcPts val="132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21 known validators = trivial consensus overhead</a:t>
            </a:r>
          </a:p>
          <a:p>
            <a:pPr>
              <a:spcAft>
                <a:spcPts val="132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No voting fees, no staking collateral</a:t>
            </a:r>
          </a:p>
          <a:p>
            <a:pPr>
              <a:spcAft>
                <a:spcPts val="132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Same Ed25519 cryptographic verification as everyone else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GAS METERING WITHOUT GAS FEES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554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We track gas for safety. We charge $0 for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926080"/>
            <a:ext cx="5486400" cy="3657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OTHER CHAINS USE GAS FOR TWO THINGS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566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2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1. Safety</a:t>
            </a:r>
          </a:p>
          <a:p>
            <a:pPr>
              <a:spcAft>
                <a:spcPts val="1320"/>
              </a:spcAft>
              <a:defRPr sz="1800" b="0">
                <a:solidFill>
                  <a:srgbClr val="94A3B8"/>
                </a:solidFill>
                <a:latin typeface="Segoe UI"/>
              </a:defRPr>
            </a:pPr>
            <a:r>
              <a:t>   Prevent infinite loops in</a:t>
            </a:r>
          </a:p>
          <a:p>
            <a:pPr>
              <a:spcAft>
                <a:spcPts val="1320"/>
              </a:spcAft>
              <a:defRPr sz="1800" b="0">
                <a:solidFill>
                  <a:srgbClr val="94A3B8"/>
                </a:solidFill>
                <a:latin typeface="Segoe UI"/>
              </a:defRPr>
            </a:pPr>
            <a:r>
              <a:t>   smart contracts</a:t>
            </a:r>
          </a:p>
          <a:p>
            <a:pPr>
              <a:spcAft>
                <a:spcPts val="132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32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2. Billing</a:t>
            </a:r>
          </a:p>
          <a:p>
            <a:pPr>
              <a:spcAft>
                <a:spcPts val="1320"/>
              </a:spcAft>
              <a:defRPr sz="1800" b="0">
                <a:solidFill>
                  <a:srgbClr val="94A3B8"/>
                </a:solidFill>
                <a:latin typeface="Segoe UI"/>
              </a:defRPr>
            </a:pPr>
            <a:r>
              <a:t>   Charge users for computation</a:t>
            </a:r>
          </a:p>
          <a:p>
            <a:pPr>
              <a:spcAft>
                <a:spcPts val="1320"/>
              </a:spcAft>
              <a:defRPr sz="1800" b="0">
                <a:solidFill>
                  <a:srgbClr val="94A3B8"/>
                </a:solidFill>
                <a:latin typeface="Segoe UI"/>
              </a:defRPr>
            </a:pPr>
            <a:r>
              <a:t>   Route payment to validators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926080"/>
            <a:ext cx="5486400" cy="3657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Segoe UI"/>
              </a:defRPr>
            </a:pPr>
            <a:r>
              <a:t>DINA SEPARATES 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566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20"/>
              </a:spcAft>
              <a:defRPr sz="2200" b="1">
                <a:solidFill>
                  <a:srgbClr val="34D399"/>
                </a:solidFill>
                <a:latin typeface="Segoe UI"/>
              </a:defRPr>
            </a:pPr>
            <a:r>
              <a:t>Gas Metering: ON</a:t>
            </a:r>
          </a:p>
          <a:p>
            <a:pPr>
              <a:spcAft>
                <a:spcPts val="1320"/>
              </a:spcAft>
              <a:defRPr sz="1800" b="0">
                <a:solidFill>
                  <a:srgbClr val="94A3B8"/>
                </a:solidFill>
                <a:latin typeface="Segoe UI"/>
              </a:defRPr>
            </a:pPr>
            <a:r>
              <a:t>   Every operation is counted</a:t>
            </a:r>
          </a:p>
          <a:p>
            <a:pPr>
              <a:spcAft>
                <a:spcPts val="1320"/>
              </a:spcAft>
              <a:defRPr sz="1800" b="0">
                <a:solidFill>
                  <a:srgbClr val="94A3B8"/>
                </a:solidFill>
                <a:latin typeface="Segoe UI"/>
              </a:defRPr>
            </a:pPr>
            <a:r>
              <a:t>   Infinite loops get killed</a:t>
            </a:r>
          </a:p>
          <a:p>
            <a:pPr>
              <a:spcAft>
                <a:spcPts val="132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320"/>
              </a:spcAft>
              <a:defRPr sz="2200" b="1">
                <a:solidFill>
                  <a:srgbClr val="34D399"/>
                </a:solidFill>
                <a:latin typeface="Segoe UI"/>
              </a:defRPr>
            </a:pPr>
            <a:r>
              <a:t>Gas Price: $0.00</a:t>
            </a:r>
          </a:p>
          <a:p>
            <a:pPr>
              <a:spcAft>
                <a:spcPts val="1320"/>
              </a:spcAft>
              <a:defRPr sz="1800" b="0">
                <a:solidFill>
                  <a:srgbClr val="94A3B8"/>
                </a:solidFill>
                <a:latin typeface="Segoe UI"/>
              </a:defRPr>
            </a:pPr>
            <a:r>
              <a:t>   Meter runs but costs nothing</a:t>
            </a:r>
          </a:p>
          <a:p>
            <a:pPr>
              <a:spcAft>
                <a:spcPts val="1320"/>
              </a:spcAft>
              <a:defRPr sz="1800" b="0">
                <a:solidFill>
                  <a:srgbClr val="94A3B8"/>
                </a:solidFill>
                <a:latin typeface="Segoe UI"/>
              </a:defRPr>
            </a:pPr>
            <a:r>
              <a:t>   Safety without the bill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6949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Like a car with a rev limiter but free fuel.</a:t>
            </a:r>
            <a:br/>
            <a:r>
              <a:t>The engine has safety limits. The gas station doesn't exist.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"WITHOUT FEES, WON'T PEOPLE SPAM THE NETWORK?"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554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No. We use balance-based rate limiting.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743200"/>
            <a:ext cx="1188720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$1 minimum balance to transact (Sybil attack = hold $1M USDC = expensive)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Balance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Burst Capacity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Sustained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$1+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Segoe UI"/>
              </a:defRPr>
            </a:pPr>
            <a:r>
              <a:t>100 burst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Segoe UI"/>
              </a:defRPr>
            </a:pPr>
            <a:r>
              <a:t>1 tx/sec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$100+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Segoe UI"/>
              </a:defRPr>
            </a:pPr>
            <a:r>
              <a:t>500 burst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Segoe UI"/>
              </a:defRPr>
            </a:pPr>
            <a:r>
              <a:t>5 tx/sec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577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$1,000+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5577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Segoe UI"/>
              </a:defRPr>
            </a:pPr>
            <a:r>
              <a:t>2,000 burst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577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Segoe UI"/>
              </a:defRPr>
            </a:pPr>
            <a:r>
              <a:t>20 tx/sec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6126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$10,000+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6126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Segoe UI"/>
              </a:defRPr>
            </a:pPr>
            <a:r>
              <a:t>10,000 burst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126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Segoe UI"/>
              </a:defRPr>
            </a:pPr>
            <a:r>
              <a:t>100 tx/sec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6675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$100,000+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6675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Segoe UI"/>
              </a:defRPr>
            </a:pPr>
            <a:r>
              <a:t>50,000 burst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675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Segoe UI"/>
              </a:defRPr>
            </a:pPr>
            <a:r>
              <a:t>500 tx/sec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7315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Token bucket algorithm. More money = more capacity. No fees needed.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EVERY USER GETS 9 WALLETS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4A3B8"/>
                </a:solidFill>
                <a:latin typeface="Segoe UI"/>
              </a:defRPr>
            </a:pPr>
            <a:r>
              <a:t>Three tiers. Independent keys. All earning yield.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468880"/>
            <a:ext cx="36576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Segoe UI"/>
              </a:defRPr>
            </a:pPr>
            <a:r>
              <a:t>SMART ACCOUNTS (x3)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4D399"/>
                </a:solidFill>
                <a:latin typeface="Segoe UI"/>
              </a:defRPr>
            </a:pPr>
            <a:r>
              <a:t>4.5% APY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6576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2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Main Wallet</a:t>
            </a:r>
          </a:p>
          <a:p>
            <a:pPr>
              <a:spcAft>
                <a:spcPts val="132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Savings</a:t>
            </a:r>
          </a:p>
          <a:p>
            <a:pPr>
              <a:spcAft>
                <a:spcPts val="132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Backup</a:t>
            </a:r>
          </a:p>
          <a:p>
            <a:pPr>
              <a:spcAft>
                <a:spcPts val="132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32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You control the keys</a:t>
            </a:r>
          </a:p>
          <a:p>
            <a:pPr>
              <a:spcAft>
                <a:spcPts val="132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Each has its own password</a:t>
            </a:r>
          </a:p>
          <a:p>
            <a:pPr>
              <a:spcAft>
                <a:spcPts val="132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Can freeze other wallets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2468880"/>
            <a:ext cx="36576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Segoe UI"/>
              </a:defRPr>
            </a:pPr>
            <a:r>
              <a:t>AGENT WALLETS (x3)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  <a:latin typeface="Segoe UI"/>
              </a:defRPr>
            </a:pPr>
            <a:r>
              <a:t>3.5% APY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6576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2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Shopping Bot</a:t>
            </a:r>
          </a:p>
          <a:p>
            <a:pPr>
              <a:spcAft>
                <a:spcPts val="132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Bill Payments</a:t>
            </a:r>
          </a:p>
          <a:p>
            <a:pPr>
              <a:spcAft>
                <a:spcPts val="132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Custom Agent</a:t>
            </a:r>
          </a:p>
          <a:p>
            <a:pPr>
              <a:spcAft>
                <a:spcPts val="132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32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AI signs within daily limits</a:t>
            </a:r>
          </a:p>
          <a:p>
            <a:pPr>
              <a:spcAft>
                <a:spcPts val="132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Revocable from any SCA</a:t>
            </a:r>
          </a:p>
          <a:p>
            <a:pPr>
              <a:spcAft>
                <a:spcPts val="132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$200-$2,000/day caps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2468880"/>
            <a:ext cx="36576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Segoe UI"/>
              </a:defRPr>
            </a:pPr>
            <a:r>
              <a:t>PARALLEL WALLETS (x3)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0A5FA"/>
                </a:solidFill>
                <a:latin typeface="Segoe UI"/>
              </a:defRPr>
            </a:pPr>
            <a:r>
              <a:t>3.0% APY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36576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2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Business Payments</a:t>
            </a:r>
          </a:p>
          <a:p>
            <a:pPr>
              <a:spcAft>
                <a:spcPts val="132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Streaming Payments</a:t>
            </a:r>
          </a:p>
          <a:p>
            <a:pPr>
              <a:spcAft>
                <a:spcPts val="132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Developer API</a:t>
            </a:r>
          </a:p>
          <a:p>
            <a:pPr>
              <a:spcAft>
                <a:spcPts val="132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32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Independent nonces</a:t>
            </a:r>
          </a:p>
          <a:p>
            <a:pPr>
              <a:spcAft>
                <a:spcPts val="132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Simultaneous tx streams</a:t>
            </a:r>
          </a:p>
          <a:p>
            <a:pPr>
              <a:spcAft>
                <a:spcPts val="132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1,000 payments in 100ms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7132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4D399"/>
                </a:solidFill>
                <a:latin typeface="Segoe UI"/>
              </a:defRPr>
            </a:pPr>
            <a:r>
              <a:t>All USDC. All earning yield. Users keep 100% of their yield.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WHY HASN'T ANYONE DONE THIS BEFORE?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7171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Tokens make founders rich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Create a token, keep 20-40% of supply. Token goes up = billionaire.</a:t>
            </a:r>
            <a:br/>
            <a:r>
              <a:t>Solana Foundation holds ~300M SOL. Why would they eliminate fees?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880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VCs fund tokens, not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3337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Invest $10M → get tokens → token launches → 100x return.</a:t>
            </a:r>
            <a:br/>
            <a:r>
              <a:t>"We just run servers" doesn't give VCs a token to flip.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"Decentralization" is a shield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Question the fees? You're questioning decentralization.</a:t>
            </a:r>
            <a:br/>
            <a:r>
              <a:t>Nobody examines it because everyone's making money.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4A3B8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5349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Most people don't understand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5806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99% of crypto users don't know a validator is just a server.</a:t>
            </a:r>
            <a:br/>
            <a:r>
              <a:t>"Decentralization requires fees" is accepted like gravity.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6583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4A3B8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6583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The people who know are already rich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7040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Engineers at Ethereum, Solana, Coinbase know all of this.</a:t>
            </a:r>
            <a:br/>
            <a:r>
              <a:t>Zero incentive to build the simpler version.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"BUT ISN'T THAT CENTRALIZED?"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4A3B8"/>
                </a:solidFill>
                <a:latin typeface="Segoe UI"/>
              </a:defRPr>
            </a:pPr>
            <a:r>
              <a:t>Ethereum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Dina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Open-source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103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D399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2103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D399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67004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Public ledger (anyone can read)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670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D399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670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D399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3697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Cryptographic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23697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D399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23697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D399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Users sign own 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80390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D399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80390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D399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370831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Anyone can audit the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370831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D399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4370831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D399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937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Anyone can run a full node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937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D399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937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D399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50468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Anyone can fork the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55046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D399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55046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D399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607161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Validators are anonymous strangers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607161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D399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607161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663854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Users pay fees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663854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D399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663854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749807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Same transparency. Same crypto. Same auditability. Minus the fees.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THE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4A3B8"/>
                </a:solidFill>
                <a:latin typeface="Segoe UI"/>
              </a:defRPr>
            </a:pPr>
            <a:r>
              <a:t>It costs almost nothing. Revenue comes from everywhere else.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560320"/>
            <a:ext cx="54864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651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COSTS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1089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2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Testnet (now): $75/month</a:t>
            </a:r>
          </a:p>
          <a:p>
            <a:pPr>
              <a:spcAft>
                <a:spcPts val="132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Mainnet (21 validators): $504/month</a:t>
            </a:r>
          </a:p>
          <a:p>
            <a:pPr>
              <a:spcAft>
                <a:spcPts val="132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At scale (100 TPS): ~$6,600/month</a:t>
            </a:r>
          </a:p>
          <a:p>
            <a:pPr>
              <a:spcAft>
                <a:spcPts val="132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At Visa-level (1K TPS): ~$17K/month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560320"/>
            <a:ext cx="54864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651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Segoe UI"/>
              </a:defRPr>
            </a:pPr>
            <a: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1089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2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$1 wallet activation per user</a:t>
            </a:r>
          </a:p>
          <a:p>
            <a:pPr>
              <a:spcAft>
                <a:spcPts val="132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Enterprise tiers: $99-$999/mo</a:t>
            </a:r>
          </a:p>
          <a:p>
            <a:pPr>
              <a:spcAft>
                <a:spcPts val="132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Treasury yield: 4.5% on reserves</a:t>
            </a:r>
          </a:p>
          <a:p>
            <a:pPr>
              <a:spcAft>
                <a:spcPts val="132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500K users = $500K (covers everything)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303520"/>
            <a:ext cx="1188720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5394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Segoe UI"/>
              </a:defRPr>
            </a:pPr>
            <a:r>
              <a:t>USER ECONOMICS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8521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20"/>
              </a:spcAft>
              <a:defRPr sz="2400" b="1">
                <a:solidFill>
                  <a:srgbClr val="34D399"/>
                </a:solidFill>
                <a:latin typeface="Segoe UI"/>
              </a:defRPr>
            </a:pPr>
            <a:r>
              <a:t>Transactions: $0.00 (zero, always)</a:t>
            </a:r>
          </a:p>
          <a:p>
            <a:pPr>
              <a:spcAft>
                <a:spcPts val="1320"/>
              </a:spcAft>
              <a:defRPr sz="2400" b="1">
                <a:solidFill>
                  <a:srgbClr val="34D399"/>
                </a:solidFill>
                <a:latin typeface="Segoe UI"/>
              </a:defRPr>
            </a:pPr>
            <a:r>
              <a:t>Yield: 4.5% APY on USDC — user keeps 100%</a:t>
            </a:r>
          </a:p>
          <a:p>
            <a:pPr>
              <a:spcAft>
                <a:spcPts val="132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Speed: 100ms finality (faster than tapping your credit card)</a:t>
            </a:r>
          </a:p>
          <a:p>
            <a:pPr>
              <a:spcAft>
                <a:spcPts val="132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No gas token needed. No ETH. No SOL. Just USDC.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94A3B8"/>
                </a:solidFill>
                <a:latin typeface="Segoe UI"/>
              </a:defRPr>
            </a:pPr>
            <a:r>
              <a:t>Every other blockchain charges fees</a:t>
            </a:r>
            <a:br/>
            <a:r>
              <a:t>because they built a system that</a:t>
            </a:r>
            <a:br/>
            <a:r>
              <a:t>requires paying strangers.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We don't have strangers.</a:t>
            </a:r>
            <a:br/>
            <a:r>
              <a:t>We have a cloud bill.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400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D399"/>
                </a:solidFill>
                <a:latin typeface="Segoe UI"/>
              </a:defRPr>
            </a:pPr>
            <a:r>
              <a:t>$0.00 per transaction  ·  100ms finality  ·  4.5% APY on your USDC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315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dina-wallet.web.app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