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The Blockchain</a:t>
            </a:r>
            <a:br/>
            <a:r>
              <a:t>Fee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How an industry convinced the world that</a:t>
            </a:r>
            <a:br/>
            <a:r>
              <a:t>moving numbers in a database should cost $50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400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7171"/>
                </a:solidFill>
                <a:latin typeface="Segoe UI"/>
              </a:defRPr>
            </a:pPr>
            <a:r>
              <a:t>And why they'll never fix it — because they're getting rich from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WHAT A BLOCKCHAIN TRANSACTION ACTUALLY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This is what happens when you send $10: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109728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1089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1. Check signature (is this really from you?)                    ~0.001ms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2. Check nonce (has this tx been seen before?)                   ~0.0001ms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3. Check balance (do you have $10?)                                   ~0.001ms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4. Subtract $10 from your balance                                        ~0.0001ms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5. Add $10 to recipient's balance                                          ~0.0001ms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6. Write to disk                                                                        ~0.01ms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Total computation: ~0.01 milliseconds</a:t>
            </a:r>
          </a:p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Total electricity: ~$0.000001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7132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7171"/>
                </a:solidFill>
                <a:latin typeface="Segoe UI"/>
              </a:defRPr>
            </a:pPr>
            <a:r>
              <a:t>Ethereum charges $1-50 for this.</a:t>
            </a:r>
            <a:br/>
            <a:r>
              <a:t>That's a 1,000,000x to 50,000,000x markup on the actual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SO WHERE DOES YOUR $50 GAS FEE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Not to computation. Not to storage. Not to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It goes to strangers running servers.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  <a:r>
              <a:t>The entire gas fee model exists for one reason: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200" b="0">
                <a:solidFill>
                  <a:srgbClr val="CBD5E1"/>
                </a:solidFill>
                <a:latin typeface="Segoe UI"/>
              </a:defRPr>
            </a:pPr>
            <a:r>
              <a:t>Ethereum has ~1,050,000 validators run by anonymous people.</a:t>
            </a:r>
          </a:p>
          <a:p>
            <a:pPr>
              <a:spcAft>
                <a:spcPts val="1100"/>
              </a:spcAft>
              <a:defRPr sz="2200" b="0">
                <a:solidFill>
                  <a:srgbClr val="CBD5E1"/>
                </a:solidFill>
                <a:latin typeface="Segoe UI"/>
              </a:defRPr>
            </a:pPr>
            <a:r>
              <a:t>Anonymous people don't volunteer their computers for free.</a:t>
            </a:r>
          </a:p>
          <a:p>
            <a:pPr>
              <a:spcAft>
                <a:spcPts val="1100"/>
              </a:spcAft>
              <a:defRPr sz="2200" b="0">
                <a:solidFill>
                  <a:srgbClr val="CBD5E1"/>
                </a:solidFill>
                <a:latin typeface="Segoe UI"/>
              </a:defRPr>
            </a:pPr>
            <a:r>
              <a:t>So you — the user — pay them every time you move your own money.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800" b="1">
                <a:solidFill>
                  <a:srgbClr val="F87171"/>
                </a:solidFill>
                <a:latin typeface="Segoe UI"/>
              </a:defRPr>
            </a:pPr>
            <a:r>
              <a:t>You are paying rent on someone else's computer</a:t>
            </a:r>
          </a:p>
          <a:p>
            <a:pPr>
              <a:spcAft>
                <a:spcPts val="1100"/>
              </a:spcAft>
              <a:defRPr sz="2800" b="1">
                <a:solidFill>
                  <a:srgbClr val="F87171"/>
                </a:solidFill>
                <a:latin typeface="Segoe UI"/>
              </a:defRPr>
            </a:pPr>
            <a:r>
              <a:t>to update a number in a database.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200" b="0">
                <a:solidFill>
                  <a:srgbClr val="F87171"/>
                </a:solidFill>
                <a:latin typeface="Segoe UI"/>
              </a:defRPr>
            </a:pPr>
            <a:r>
              <a:t>Every single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THE TOKEN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every blockchain has its own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The stated reason: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"We need a native token to align validator incentives</a:t>
            </a:r>
            <a:br/>
            <a:r>
              <a:t>and secure the network through staking."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BBF24"/>
                </a:solidFill>
                <a:latin typeface="Segoe UI"/>
              </a:defRPr>
            </a:pPr>
            <a:r>
              <a:t>The actual reason: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37760"/>
            <a:ext cx="109728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F87171"/>
                </a:solidFill>
                <a:latin typeface="Segoe UI"/>
              </a:defRPr>
            </a:pPr>
            <a:r>
              <a:t>Step 1: Create a token. Keep 20-40% for founders + insiders.</a:t>
            </a:r>
          </a:p>
          <a:p>
            <a:pPr>
              <a:spcAft>
                <a:spcPts val="1100"/>
              </a:spcAft>
              <a:defRPr sz="2200" b="0">
                <a:solidFill>
                  <a:srgbClr val="F87171"/>
                </a:solidFill>
                <a:latin typeface="Segoe UI"/>
              </a:defRPr>
            </a:pPr>
            <a:r>
              <a:t>Step 2: Sell tokens to VCs at a discount.</a:t>
            </a:r>
          </a:p>
          <a:p>
            <a:pPr>
              <a:spcAft>
                <a:spcPts val="1100"/>
              </a:spcAft>
              <a:defRPr sz="2200" b="0">
                <a:solidFill>
                  <a:srgbClr val="F87171"/>
                </a:solidFill>
                <a:latin typeface="Segoe UI"/>
              </a:defRPr>
            </a:pPr>
            <a:r>
              <a:t>Step 3: Launch the chain. Require the token for gas fees.</a:t>
            </a:r>
          </a:p>
          <a:p>
            <a:pPr>
              <a:spcAft>
                <a:spcPts val="1100"/>
              </a:spcAft>
              <a:defRPr sz="2200" b="0">
                <a:solidFill>
                  <a:srgbClr val="F87171"/>
                </a:solidFill>
                <a:latin typeface="Segoe UI"/>
              </a:defRPr>
            </a:pPr>
            <a:r>
              <a:t>Step 4: Every user must buy the token to do anything.</a:t>
            </a:r>
          </a:p>
          <a:p>
            <a:pPr>
              <a:spcAft>
                <a:spcPts val="1100"/>
              </a:spcAft>
              <a:defRPr sz="2200" b="0">
                <a:solidFill>
                  <a:srgbClr val="F87171"/>
                </a:solidFill>
                <a:latin typeface="Segoe UI"/>
              </a:defRPr>
            </a:pPr>
            <a:r>
              <a:t>Step 5: Demand pushes price up.</a:t>
            </a:r>
          </a:p>
          <a:p>
            <a:pPr>
              <a:spcAft>
                <a:spcPts val="1100"/>
              </a:spcAft>
              <a:defRPr sz="2200" b="1">
                <a:solidFill>
                  <a:srgbClr val="F87171"/>
                </a:solidFill>
                <a:latin typeface="Segoe UI"/>
              </a:defRPr>
            </a:pPr>
            <a:r>
              <a:t>Step 6: Founders and VCs sell into that demand.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200" b="1">
                <a:solidFill>
                  <a:srgbClr val="FBBF24"/>
                </a:solidFill>
                <a:latin typeface="Segoe UI"/>
              </a:defRPr>
            </a:pPr>
            <a:r>
              <a:t>Gas fees aren't a technical necessity. They're a monetization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HOW MUCH FOUNDERS MAKE FROM THE TOKEN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11887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Founder/Foundation Holdings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Estimated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Ethereum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Foundation: ~300K ETH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Segoe UI"/>
              </a:defRPr>
            </a:pPr>
            <a:r>
              <a:t>$600M - $1B+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Solana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Foundation + Labs: ~300M 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$15B - $90B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At peak, more than Ford Motor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Binance: ~80M BNB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$30B - $50B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CZ was richest person in crypto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Cardano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Foundation + IOHK: ~6B 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$2B - $10B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Charles Hoskinson: yacht, 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440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Ripple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440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Company: ~40B XRP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440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$20B - $100B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440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Founders among richest in crypto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Avalanche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Foundation: ~270M AVAX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$3B - $15B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Token sale raised $60M in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7132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These people have zero incentive to eliminate gas fees.</a:t>
            </a:r>
            <a:br/>
            <a:r>
              <a:t>Fees create demand for the token. Demand makes their holdings worth billions.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THE VC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crypto VCs only fund token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5669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651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TOKEN PROJECT (what VCs fund)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004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VC invests $10M at token discount</a:t>
            </a:r>
          </a:p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Gets tokens at $0.10 each</a:t>
            </a:r>
          </a:p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Token launches at $1.00</a:t>
            </a:r>
          </a:p>
          <a:p>
            <a:pPr>
              <a:spcAft>
                <a:spcPts val="1100"/>
              </a:spcAft>
              <a:defRPr sz="2000" b="1">
                <a:solidFill>
                  <a:srgbClr val="FBBF24"/>
                </a:solidFill>
                <a:latin typeface="Segoe UI"/>
              </a:defRPr>
            </a:pPr>
            <a:r>
              <a:t>VC sells for $100M</a:t>
            </a:r>
          </a:p>
          <a:p>
            <a:pPr>
              <a:spcAft>
                <a:spcPts val="1100"/>
              </a:spcAft>
              <a:defRPr sz="2400" b="1">
                <a:solidFill>
                  <a:srgbClr val="F87171"/>
                </a:solidFill>
                <a:latin typeface="Segoe UI"/>
              </a:defRPr>
            </a:pPr>
            <a:r>
              <a:t>Return: 10x in 6-12 months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VCs don't care if the tech works.</a:t>
            </a:r>
          </a:p>
          <a:p>
            <a:pPr>
              <a:spcAft>
                <a:spcPts val="11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They care if the token pumps.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560320"/>
            <a:ext cx="5669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651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INFRASTRUCTURE COMPANY (what Dina 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2004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VC invests $5M for equity</a:t>
            </a:r>
          </a:p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Company grows revenue over years</a:t>
            </a:r>
          </a:p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Exit at $50-100M in 5-7 years</a:t>
            </a:r>
          </a:p>
          <a:p>
            <a:pPr>
              <a:spcAft>
                <a:spcPts val="1100"/>
              </a:spcAft>
              <a:defRPr sz="2000" b="1">
                <a:solidFill>
                  <a:srgbClr val="34D399"/>
                </a:solidFill>
                <a:latin typeface="Segoe UI"/>
              </a:defRPr>
            </a:pPr>
            <a:r>
              <a:t>Return: 10-20x over 5+ years</a:t>
            </a:r>
          </a:p>
          <a:p>
            <a:pPr>
              <a:spcAft>
                <a:spcPts val="1100"/>
              </a:spcAft>
              <a:defRPr sz="2400" b="1">
                <a:solidFill>
                  <a:srgbClr val="34D399"/>
                </a:solidFill>
                <a:latin typeface="Segoe UI"/>
              </a:defRPr>
            </a:pPr>
            <a:r>
              <a:t>Return: based on real revenue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Same returns, but requires patience</a:t>
            </a:r>
          </a:p>
          <a:p>
            <a:pPr>
              <a:spcAft>
                <a:spcPts val="11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and a product that actually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217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The entire crypto VC ecosystem is optimized for token speculation,</a:t>
            </a:r>
            <a:br/>
            <a:r>
              <a:t>not for building products people use.</a:t>
            </a:r>
            <a:br/>
            <a:br/>
            <a:r>
              <a:t>That's why every chain has a token. Not because they need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THE "DECENTRALIZATION" SMOKESCREEN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Segoe UI"/>
              </a:defRPr>
            </a:pPr>
            <a:r>
              <a:t>They say it's about decentralization.</a:t>
            </a:r>
            <a:br/>
            <a:r>
              <a:t>Look at who actually controls these networks.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11887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Segoe UI"/>
              </a:defRPr>
            </a:pPr>
            <a:r>
              <a:t>Solana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92608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Top 19 validators control 33% of stake (halt threshold).</a:t>
            </a:r>
            <a:br/>
            <a:r>
              <a:t>Solana Labs + Foundation effectively control upgrades.</a:t>
            </a:r>
            <a:br/>
            <a:r>
              <a:t>Chain has halted 10+ times — centralized restart each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60520"/>
            <a:ext cx="11887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Segoe UI"/>
              </a:defRPr>
            </a:pPr>
            <a:r>
              <a:t>BSC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25196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21 validators. All selected by BNB staking.</a:t>
            </a:r>
            <a:br/>
            <a:r>
              <a:t>Binance controls enough BNB to select every validator.</a:t>
            </a:r>
            <a:br/>
            <a:r>
              <a:t>It's Binance's private database with extra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486400"/>
            <a:ext cx="11887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Segoe UI"/>
              </a:defRPr>
            </a:pPr>
            <a:r>
              <a:t>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57784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ONE sequencer. Run by Coinbase.</a:t>
            </a:r>
            <a:br/>
            <a:r>
              <a:t>Literally a single company's server.</a:t>
            </a:r>
            <a:br/>
            <a:r>
              <a:t>But they still charge gas fees in ETH.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6812280"/>
            <a:ext cx="118872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6903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Segoe UI"/>
              </a:defRPr>
            </a:pPr>
            <a:r>
              <a:t>Polygon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90372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~100 validators. Top 10 control majority of stake.</a:t>
            </a:r>
            <a:br/>
            <a:r>
              <a:t>Polygon Labs controls the upgrade process.</a:t>
            </a:r>
            <a:br/>
            <a:r>
              <a:t>Multisig with known insiders can override the chain.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7589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"Decentralized" is a marketing word, not a technical description of these networks.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VALIDATORS AREN'T VOLUNTEERS. THEY'RE BUSINESSES.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They run validators to make money. That's the only reason.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743200"/>
            <a:ext cx="11887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SOLANA VALIDATOR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Hardware: $1,000-1,800/month  |  Voting fees: $5,000-10,000/month  |  Total: ~$7-12K/month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Revenue: inflation rewards + MEV extraction + transaction fees</a:t>
            </a:r>
          </a:p>
          <a:p>
            <a:pPr>
              <a:spcAft>
                <a:spcPts val="1100"/>
              </a:spcAft>
              <a:defRPr sz="1800" b="0">
                <a:solidFill>
                  <a:srgbClr val="FBBF24"/>
                </a:solidFill>
                <a:latin typeface="Segoe UI"/>
              </a:defRPr>
            </a:pPr>
            <a:r>
              <a:t>Many validators are unprofitable. They run at a loss hoping SOL price goes up.</a:t>
            </a:r>
          </a:p>
          <a:p>
            <a:pPr>
              <a:spcAft>
                <a:spcPts val="1100"/>
              </a:spcAft>
              <a:defRPr sz="1800" b="1">
                <a:solidFill>
                  <a:srgbClr val="FBBF24"/>
                </a:solidFill>
                <a:latin typeface="Segoe UI"/>
              </a:defRPr>
            </a:pPr>
            <a:r>
              <a:t>This is not decentralized security. This is speculation on a token.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846320"/>
            <a:ext cx="11887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937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ETHEREUM VALIDATOR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Must lock 32 ETH (~$80,000+) per validator as collateral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Earn ~4-5% APY in ETH rewards (paid by inflating the supply)</a:t>
            </a:r>
          </a:p>
          <a:p>
            <a:pPr>
              <a:spcAft>
                <a:spcPts val="1100"/>
              </a:spcAft>
              <a:defRPr sz="1800" b="0">
                <a:solidFill>
                  <a:srgbClr val="FBBF24"/>
                </a:solidFill>
                <a:latin typeface="Segoe UI"/>
              </a:defRPr>
            </a:pPr>
            <a:r>
              <a:t>Lido controls ~28% of all staked ETH. So much for decentralization.</a:t>
            </a:r>
          </a:p>
          <a:p>
            <a:pPr>
              <a:spcAft>
                <a:spcPts val="1100"/>
              </a:spcAft>
              <a:defRPr sz="1800" b="1">
                <a:solidFill>
                  <a:srgbClr val="FBBF24"/>
                </a:solidFill>
                <a:latin typeface="Segoe UI"/>
              </a:defRPr>
            </a:pPr>
            <a:r>
              <a:t>$80B in capital locked up doing nothing productive. Just sitting there.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7132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7171"/>
                </a:solidFill>
                <a:latin typeface="Segoe UI"/>
              </a:defRPr>
            </a:pPr>
            <a:r>
              <a:t>Validators aren't securing the network out of idealism.</a:t>
            </a:r>
            <a:br/>
            <a:r>
              <a:t>They're running a business that profits from your gas fees and token inflation.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DO YOU ACTUALLY NEED A NATIVE TOKEN?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Segoe UI"/>
              </a:defRPr>
            </a:pPr>
            <a:r>
              <a:t>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4A3B8"/>
                </a:solidFill>
                <a:latin typeface="Segoe UI"/>
              </a:defRPr>
            </a:pPr>
            <a:r>
              <a:t>What they tell you tokens are for: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CBD5E1"/>
                </a:solidFill>
                <a:latin typeface="Segoe UI"/>
              </a:defRPr>
            </a:pPr>
            <a:r>
              <a:t>"Pay validators"          → Pay them from revenue, like every other company</a:t>
            </a:r>
          </a:p>
          <a:p>
            <a:pPr>
              <a:spcAft>
                <a:spcPts val="1100"/>
              </a:spcAft>
              <a:defRPr sz="2000" b="0">
                <a:solidFill>
                  <a:srgbClr val="CBD5E1"/>
                </a:solidFill>
                <a:latin typeface="Segoe UI"/>
              </a:defRPr>
            </a:pPr>
            <a:r>
              <a:t>"Secure the network"     → 21 known validators with SLAs. Done.</a:t>
            </a:r>
          </a:p>
          <a:p>
            <a:pPr>
              <a:spcAft>
                <a:spcPts val="1100"/>
              </a:spcAft>
              <a:defRPr sz="2000" b="0">
                <a:solidFill>
                  <a:srgbClr val="CBD5E1"/>
                </a:solidFill>
                <a:latin typeface="Segoe UI"/>
              </a:defRPr>
            </a:pPr>
            <a:r>
              <a:t>"Governance"                  → A company makes decisions. That's called management.</a:t>
            </a:r>
          </a:p>
          <a:p>
            <a:pPr>
              <a:spcAft>
                <a:spcPts val="1100"/>
              </a:spcAft>
              <a:defRPr sz="2000" b="0">
                <a:solidFill>
                  <a:srgbClr val="CBD5E1"/>
                </a:solidFill>
                <a:latin typeface="Segoe UI"/>
              </a:defRPr>
            </a:pPr>
            <a:r>
              <a:t>"Align incentives"           → Employees have incentives. It's called a salary.</a:t>
            </a:r>
          </a:p>
          <a:p>
            <a:pPr>
              <a:spcAft>
                <a:spcPts val="1100"/>
              </a:spcAft>
              <a:defRPr sz="2000" b="0">
                <a:solidFill>
                  <a:srgbClr val="CBD5E1"/>
                </a:solidFill>
                <a:latin typeface="Segoe UI"/>
              </a:defRPr>
            </a:pPr>
            <a:r>
              <a:t>"Decentralization"          → BSC has 21 validators. Base has 1. They have tokens anyway.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6583680"/>
            <a:ext cx="109728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6675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FBBF24"/>
                </a:solidFill>
                <a:latin typeface="Segoe UI"/>
              </a:defRPr>
            </a:pPr>
            <a:r>
              <a:t>The real reason tokens exist:</a:t>
            </a:r>
          </a:p>
          <a:p>
            <a:pPr>
              <a:spcAft>
                <a:spcPts val="1100"/>
              </a:spcAft>
              <a:defRPr sz="2200" b="1">
                <a:solidFill>
                  <a:srgbClr val="F87171"/>
                </a:solidFill>
                <a:latin typeface="Segoe UI"/>
              </a:defRPr>
            </a:pPr>
            <a:r>
              <a:t>To make founders and VCs rich through artificial demand created by mandatory gas fees.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THE ABSURD COMPLEXITY OF BLOCKCHAIN FEES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Things a normal person has to understand to send $10 on Ethereum: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What is gas?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151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151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What is a gas limit?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0358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035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What is gas price (gwei)?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456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456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What is a base fee?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8770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8770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What is a priority fee (tip)?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What is EIP-1559?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71830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7183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Segoe UI"/>
              </a:defRPr>
            </a:pPr>
            <a:r>
              <a:t>Why did my transaction fail but I still paid the fee?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1389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138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Segoe UI"/>
              </a:defRPr>
            </a:pPr>
            <a:r>
              <a:t>Why does the same transaction cost $3 now but cost $80 yesterday?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5595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5595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Segoe UI"/>
              </a:defRPr>
            </a:pPr>
            <a:r>
              <a:t>Why do I need ETH to send USDC?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98017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10.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9801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Segoe UI"/>
              </a:defRPr>
            </a:pPr>
            <a:r>
              <a:t>What is a token approval and why does it cost gas?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6400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11.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Segoe UI"/>
              </a:defRPr>
            </a:pPr>
            <a:r>
              <a:t>Why do I need to pay gas to approve, then pay gas again to swap?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68214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12.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68214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Segoe UI"/>
              </a:defRPr>
            </a:pPr>
            <a:r>
              <a:t>What is slippage and why did I lose money?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72420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13.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7242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Segoe UI"/>
              </a:defRPr>
            </a:pPr>
            <a:r>
              <a:t>What is MEV and why did someone front-run my swap?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7772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On Dina: you send $10. It arrives in 100ms. It costs $0. That's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THE MOST ABSURD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On Ethereum, if your</a:t>
            </a:r>
            <a:br/>
            <a:r>
              <a:t>transaction fails,</a:t>
            </a:r>
            <a:br/>
            <a:r>
              <a:t>you still pay the fee.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4A3B8"/>
                </a:solidFill>
                <a:latin typeface="Segoe UI"/>
              </a:defRPr>
            </a:pPr>
            <a:r>
              <a:t>Imagine going to a restaurant, ordering food, the kitchen</a:t>
            </a:r>
            <a:br/>
            <a:r>
              <a:t>burns it, and they charge you anyway.</a:t>
            </a:r>
            <a:br/>
            <a:br/>
            <a:r>
              <a:t>That's Ethereum's fee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132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BBF24"/>
                </a:solidFill>
                <a:latin typeface="Segoe UI"/>
              </a:defRPr>
            </a:pPr>
            <a:r>
              <a:t>The industry's response: "That's by design. The validators still did work."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7589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On Dina: failed transaction = $0 charged. Because fees are $0.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MEV: VALIDATORS LITERALLY STEAL FROM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Maximal Extractable Value — the industry's dirtiest open secret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11887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651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HOW MEV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1. You submit a swap: buy Token X for $1,000</a:t>
            </a:r>
          </a:p>
          <a:p>
            <a:pPr>
              <a:spcAft>
                <a:spcPts val="11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2. A validator sees your transaction before it's processed</a:t>
            </a:r>
          </a:p>
          <a:p>
            <a:pPr>
              <a:spcAft>
                <a:spcPts val="1100"/>
              </a:spcAft>
              <a:defRPr sz="2200" b="1">
                <a:solidFill>
                  <a:srgbClr val="F87171"/>
                </a:solidFill>
                <a:latin typeface="Segoe UI"/>
              </a:defRPr>
            </a:pPr>
            <a:r>
              <a:t>3. They buy Token X first (front-running), driving the price up</a:t>
            </a:r>
          </a:p>
          <a:p>
            <a:pPr>
              <a:spcAft>
                <a:spcPts val="1100"/>
              </a:spcAft>
              <a:defRPr sz="2200" b="0">
                <a:solidFill>
                  <a:srgbClr val="F87171"/>
                </a:solidFill>
                <a:latin typeface="Segoe UI"/>
              </a:defRPr>
            </a:pPr>
            <a:r>
              <a:t>4. Your transaction executes at the higher price</a:t>
            </a:r>
          </a:p>
          <a:p>
            <a:pPr>
              <a:spcAft>
                <a:spcPts val="1100"/>
              </a:spcAft>
              <a:defRPr sz="2200" b="1">
                <a:solidFill>
                  <a:srgbClr val="F87171"/>
                </a:solidFill>
                <a:latin typeface="Segoe UI"/>
              </a:defRPr>
            </a:pPr>
            <a:r>
              <a:t>5. They sell immediately after for profit (sandwich attack)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400" b="1">
                <a:solidFill>
                  <a:srgbClr val="FBBF24"/>
                </a:solidFill>
                <a:latin typeface="Segoe UI"/>
              </a:defRPr>
            </a:pPr>
            <a:r>
              <a:t>You paid more. They pocketed the difference.</a:t>
            </a:r>
          </a:p>
          <a:p>
            <a:pPr>
              <a:spcAft>
                <a:spcPts val="1100"/>
              </a:spcAft>
              <a:defRPr sz="2000" b="0">
                <a:solidFill>
                  <a:srgbClr val="FBBF24"/>
                </a:solidFill>
                <a:latin typeface="Segoe UI"/>
              </a:defRPr>
            </a:pPr>
            <a:r>
              <a:t>This is legal in crypto. It happens thousands of times per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2179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F87171"/>
                </a:solidFill>
                <a:latin typeface="Segoe UI"/>
              </a:defRPr>
            </a:pPr>
            <a:r>
              <a:t>Total MEV extracted from Ethereum users: $600M+ and counting</a:t>
            </a:r>
          </a:p>
          <a:p>
            <a:pPr>
              <a:spcAft>
                <a:spcPts val="11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These are the same validators the industry says are "securing" the network.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They're securing the network while picking your pocket.</a:t>
            </a:r>
          </a:p>
          <a:p>
            <a:pPr>
              <a:spcAft>
                <a:spcPts val="11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000" b="1">
                <a:solidFill>
                  <a:srgbClr val="34D399"/>
                </a:solidFill>
                <a:latin typeface="Segoe UI"/>
              </a:defRPr>
            </a:pPr>
            <a:r>
              <a:t>On Dina: 21 known validators run by one company. No MEV. No front-running.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THE HIDDEN TAX: TOKEN INFLATION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Gas fees aren't even enough. They also print new tokens.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743200"/>
            <a:ext cx="118872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ANNUAL TOKEN INFLATION (new tokens printed to pay validators)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Solana:     ~5% per year inflation (decreasing by 15% annually)</a:t>
            </a:r>
          </a:p>
          <a:p>
            <a:pPr>
              <a:spcAft>
                <a:spcPts val="11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Ethereum:  ~0.5% per year (offset by EIP-1559 burn — sometimes net deflationary)</a:t>
            </a:r>
          </a:p>
          <a:p>
            <a:pPr>
              <a:spcAft>
                <a:spcPts val="11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Avalanche: ~7% per year to staking rewards</a:t>
            </a:r>
          </a:p>
          <a:p>
            <a:pPr>
              <a:spcAft>
                <a:spcPts val="11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Polygon:     ~2% per year minted for validators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  <a:latin typeface="Segoe UI"/>
              </a:defRPr>
            </a:pPr>
            <a:r>
              <a:t>This means: even if you hold tokens and never transact,</a:t>
            </a:r>
            <a:br/>
            <a:r>
              <a:t>your purchasing power decreases every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400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7171"/>
                </a:solidFill>
                <a:latin typeface="Segoe UI"/>
              </a:defRPr>
            </a:pPr>
            <a:r>
              <a:t>So users pay gas fees AND lose value to inflation.</a:t>
            </a:r>
            <a:br/>
            <a:r>
              <a:t>Double extraction.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7589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Dina has no token. No inflation. Your USDC is your USDC. Always.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THE USER EXPERIENCE THEY CREATED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A normal person trying to use crypto for the first time: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"I want to send USDC to my friend"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"I need ETH for gas fees? What's ETH?"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"I have to buy ETH on an exchange first?"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BBF24"/>
                </a:solidFill>
                <a:latin typeface="Segoe UI"/>
              </a:defRPr>
            </a:pPr>
            <a:r>
              <a:t>"KYC verification? That takes 3 days?"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BBF24"/>
                </a:solidFill>
                <a:latin typeface="Segoe UI"/>
              </a:defRPr>
            </a:pPr>
            <a:r>
              <a:t>"OK I bought $20 of ETH for gas"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800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BBF24"/>
                </a:solidFill>
                <a:latin typeface="Segoe UI"/>
              </a:defRPr>
            </a:pPr>
            <a:r>
              <a:t>"Now I need to approve USDC spending? That costs gas too?"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87171"/>
                </a:solidFill>
                <a:latin typeface="Segoe UI"/>
              </a:defRPr>
            </a:pPr>
            <a:r>
              <a:t>"The approval cost $4. Now I can send."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06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87171"/>
                </a:solidFill>
                <a:latin typeface="Segoe UI"/>
              </a:defRPr>
            </a:pPr>
            <a:r>
              <a:t>"$12 gas fee to send $10??"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309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87171"/>
                </a:solidFill>
                <a:latin typeface="Segoe UI"/>
              </a:defRPr>
            </a:pPr>
            <a:r>
              <a:t>"Transaction failed. I still got charged $12???"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812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10.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6812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87171"/>
                </a:solidFill>
                <a:latin typeface="Segoe UI"/>
              </a:defRPr>
            </a:pPr>
            <a:r>
              <a:t>"I'm going back to Venmo."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7589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Segoe UI"/>
              </a:defRPr>
            </a:pPr>
            <a:r>
              <a:t>This is why crypto has 400M wallets but almost no real-world usage.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THE COMPARISON THEY DON'T WANT YOU TO MAKE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5669280" cy="3474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VISA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65,000 TPS</a:t>
            </a:r>
          </a:p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~200ms settlement</a:t>
            </a:r>
          </a:p>
          <a:p>
            <a:pPr>
              <a:spcAft>
                <a:spcPts val="1100"/>
              </a:spcAft>
              <a:defRPr sz="2200" b="1">
                <a:solidFill>
                  <a:srgbClr val="34D399"/>
                </a:solidFill>
                <a:latin typeface="Segoe UI"/>
              </a:defRPr>
            </a:pPr>
            <a:r>
              <a:t>User pays: $0 to swipe</a:t>
            </a:r>
          </a:p>
          <a:p>
            <a:pPr>
              <a:spcAft>
                <a:spcPts val="11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Merchant pays 2-3%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Runs on their own servers.</a:t>
            </a:r>
          </a:p>
          <a:p>
            <a:pPr>
              <a:spcAft>
                <a:spcPts val="110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Nobody asks who incentivizes</a:t>
            </a:r>
          </a:p>
          <a:p>
            <a:pPr>
              <a:spcAft>
                <a:spcPts val="110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Visa's data centers.</a:t>
            </a:r>
          </a:p>
          <a:p>
            <a:pPr>
              <a:spcAft>
                <a:spcPts val="110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They just... pay for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5669280" cy="3474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ETHEREUM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860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~30 TPS</a:t>
            </a:r>
          </a:p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~12 minute practical finality</a:t>
            </a:r>
          </a:p>
          <a:p>
            <a:pPr>
              <a:spcAft>
                <a:spcPts val="1100"/>
              </a:spcAft>
              <a:defRPr sz="2200" b="1">
                <a:solidFill>
                  <a:srgbClr val="F87171"/>
                </a:solidFill>
                <a:latin typeface="Segoe UI"/>
              </a:defRPr>
            </a:pPr>
            <a:r>
              <a:t>User pays: $1-50 per transaction</a:t>
            </a:r>
          </a:p>
          <a:p>
            <a:pPr>
              <a:spcAft>
                <a:spcPts val="1100"/>
              </a:spcAft>
              <a:defRPr sz="1800" b="0">
                <a:solidFill>
                  <a:srgbClr val="F87171"/>
                </a:solidFill>
                <a:latin typeface="Segoe UI"/>
              </a:defRPr>
            </a:pPr>
            <a:r>
              <a:t>Plus needs ETH to start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Runs on 1M strangers' servers.</a:t>
            </a:r>
          </a:p>
          <a:p>
            <a:pPr>
              <a:spcAft>
                <a:spcPts val="110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Users pay those strangers every</a:t>
            </a:r>
          </a:p>
          <a:p>
            <a:pPr>
              <a:spcAft>
                <a:spcPts val="110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single time they transact.</a:t>
            </a:r>
          </a:p>
          <a:p>
            <a:pPr>
              <a:spcAft>
                <a:spcPts val="1100"/>
              </a:spcAft>
              <a:defRPr sz="1800" b="0">
                <a:solidFill>
                  <a:srgbClr val="94A3B8"/>
                </a:solidFill>
                <a:latin typeface="Segoe UI"/>
              </a:defRPr>
            </a:pPr>
            <a:r>
              <a:t>And sometimes get front-run.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486400"/>
            <a:ext cx="118872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DINA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60350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 b="1">
                <a:solidFill>
                  <a:srgbClr val="34D399"/>
                </a:solidFill>
                <a:latin typeface="Segoe UI"/>
              </a:defRPr>
            </a:pPr>
            <a:r>
              <a:t>100,000+ TPS capacity  ·  100ms finality  ·  $0.00 per transaction  ·  No token needed</a:t>
            </a:r>
          </a:p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Runs on 21 servers we pay for. Like Visa. But with a public ledger anyone can audit.</a:t>
            </a:r>
          </a:p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Visa's speed + blockchain's transparency + nobody pays fees.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THE IDEOLOGY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554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"Decentralization" became a religion.</a:t>
            </a:r>
            <a:br/>
            <a:r>
              <a:t>And like all religions, questioning it is heresy.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94A3B8"/>
                </a:solidFill>
                <a:latin typeface="Segoe UI"/>
              </a:defRPr>
            </a:pPr>
            <a:r>
              <a:t>If you say fees are unnecessary:</a:t>
            </a:r>
          </a:p>
          <a:p>
            <a:pPr>
              <a:spcAft>
                <a:spcPts val="1100"/>
              </a:spcAft>
              <a:defRPr sz="2400" b="0">
                <a:solidFill>
                  <a:srgbClr val="F87171"/>
                </a:solidFill>
                <a:latin typeface="Segoe UI"/>
              </a:defRPr>
            </a:pPr>
            <a:r>
              <a:t>"You don't understand decentralization."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200" b="0">
                <a:solidFill>
                  <a:srgbClr val="94A3B8"/>
                </a:solidFill>
                <a:latin typeface="Segoe UI"/>
              </a:defRPr>
            </a:pPr>
            <a:r>
              <a:t>If you say tokens are unnecessary:</a:t>
            </a:r>
          </a:p>
          <a:p>
            <a:pPr>
              <a:spcAft>
                <a:spcPts val="1100"/>
              </a:spcAft>
              <a:defRPr sz="2400" b="0">
                <a:solidFill>
                  <a:srgbClr val="F87171"/>
                </a:solidFill>
                <a:latin typeface="Segoe UI"/>
              </a:defRPr>
            </a:pPr>
            <a:r>
              <a:t>"You don't understand crypto economics."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200" b="0">
                <a:solidFill>
                  <a:srgbClr val="94A3B8"/>
                </a:solidFill>
                <a:latin typeface="Segoe UI"/>
              </a:defRPr>
            </a:pPr>
            <a:r>
              <a:t>If you say 21 validators is enough:</a:t>
            </a:r>
          </a:p>
          <a:p>
            <a:pPr>
              <a:spcAft>
                <a:spcPts val="1100"/>
              </a:spcAft>
              <a:defRPr sz="2400" b="0">
                <a:solidFill>
                  <a:srgbClr val="F87171"/>
                </a:solidFill>
                <a:latin typeface="Segoe UI"/>
              </a:defRPr>
            </a:pPr>
            <a:r>
              <a:t>"You don't understand security."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200" b="1">
                <a:solidFill>
                  <a:srgbClr val="94A3B8"/>
                </a:solidFill>
                <a:latin typeface="Segoe UI"/>
              </a:defRPr>
            </a:pPr>
            <a:r>
              <a:t>Meanwhile:</a:t>
            </a:r>
          </a:p>
          <a:p>
            <a:pPr>
              <a:spcAft>
                <a:spcPts val="1100"/>
              </a:spcAft>
              <a:defRPr sz="2200" b="0">
                <a:solidFill>
                  <a:srgbClr val="34D399"/>
                </a:solidFill>
                <a:latin typeface="Segoe UI"/>
              </a:defRPr>
            </a:pPr>
            <a:r>
              <a:t>BSC runs on 21 validators and processes billions in daily volume.</a:t>
            </a:r>
          </a:p>
          <a:p>
            <a:pPr>
              <a:spcAft>
                <a:spcPts val="1100"/>
              </a:spcAft>
              <a:defRPr sz="2200" b="0">
                <a:solidFill>
                  <a:srgbClr val="34D399"/>
                </a:solidFill>
                <a:latin typeface="Segoe UI"/>
              </a:defRPr>
            </a:pPr>
            <a:r>
              <a:t>Base runs on 1 sequencer and nobody cares.</a:t>
            </a:r>
          </a:p>
          <a:p>
            <a:pPr>
              <a:spcAft>
                <a:spcPts val="1100"/>
              </a:spcAft>
              <a:defRPr sz="2200" b="1">
                <a:solidFill>
                  <a:srgbClr val="FBBF24"/>
                </a:solidFill>
                <a:latin typeface="Segoe UI"/>
              </a:defRPr>
            </a:pPr>
            <a:r>
              <a:t>The ideology only applies when it's convenient.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WHY NOBODY FIXED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Everyone who understands the problem profits from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926080"/>
            <a:ext cx="118872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600" b="1">
                <a:solidFill>
                  <a:srgbClr val="F87171"/>
                </a:solidFill>
                <a:latin typeface="Segoe UI"/>
              </a:defRPr>
            </a:pPr>
            <a:r>
              <a:t>Founders won't fix it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Their token holdings are worth billions because of mandatory gas fees.</a:t>
            </a:r>
          </a:p>
          <a:p>
            <a:pPr>
              <a:spcAft>
                <a:spcPts val="11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600" b="1">
                <a:solidFill>
                  <a:srgbClr val="F87171"/>
                </a:solidFill>
                <a:latin typeface="Segoe UI"/>
              </a:defRPr>
            </a:pPr>
            <a:r>
              <a:t>VCs won't fix it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Their returns depend on token price appreciation driven by fee demand.</a:t>
            </a:r>
          </a:p>
          <a:p>
            <a:pPr>
              <a:spcAft>
                <a:spcPts val="11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600" b="1">
                <a:solidFill>
                  <a:srgbClr val="F87171"/>
                </a:solidFill>
                <a:latin typeface="Segoe UI"/>
              </a:defRPr>
            </a:pPr>
            <a:r>
              <a:t>Validators won't fix it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They earn income from gas fees, MEV extraction, and inflation rewards.</a:t>
            </a:r>
          </a:p>
          <a:p>
            <a:pPr>
              <a:spcAft>
                <a:spcPts val="11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600" b="1">
                <a:solidFill>
                  <a:srgbClr val="F87171"/>
                </a:solidFill>
                <a:latin typeface="Segoe UI"/>
              </a:defRPr>
            </a:pPr>
            <a:r>
              <a:t>Exchanges won't fix it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They profit from users buying gas tokens (trading fees on ETH/SOL purchases).</a:t>
            </a:r>
          </a:p>
          <a:p>
            <a:pPr>
              <a:spcAft>
                <a:spcPts val="11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600" b="1">
                <a:solidFill>
                  <a:srgbClr val="FBBF24"/>
                </a:solidFill>
                <a:latin typeface="Segoe UI"/>
              </a:defRPr>
            </a:pPr>
            <a:r>
              <a:t>Developers won't fix it</a:t>
            </a:r>
          </a:p>
          <a:p>
            <a:pPr>
              <a:spcAft>
                <a:spcPts val="11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t>Most are paid in the native token. Lower token value = lower salary.</a:t>
            </a:r>
          </a:p>
          <a:p>
            <a:pPr>
              <a:spcAft>
                <a:spcPts val="11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200" b="1">
                <a:solidFill>
                  <a:srgbClr val="FBBF24"/>
                </a:solidFill>
                <a:latin typeface="Segoe UI"/>
              </a:defRPr>
            </a:pPr>
            <a:r>
              <a:t>The entire ecosystem is aligned around keeping fees alive.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WHAT A BLOCKCHAIN ACTUALLY COSTS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We know. Because we're running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45720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RIGHT NOW (testnet)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383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4D399"/>
                </a:solidFill>
                <a:latin typeface="Segoe UI"/>
              </a:defRPr>
            </a:pPr>
            <a:r>
              <a:t>$75/month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206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3 validators on Google Cloud</a:t>
            </a:r>
            <a:br/>
            <a:r>
              <a:t>100ms blocks, zero fees, real crypto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743200"/>
            <a:ext cx="45720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MAINNET (21 validators)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383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4D399"/>
                </a:solidFill>
                <a:latin typeface="Segoe UI"/>
              </a:defRPr>
            </a:pPr>
            <a:r>
              <a:t>$504/month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206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Full production network</a:t>
            </a:r>
            <a:br/>
            <a:r>
              <a:t>Same as a mid-tier SaaS subscription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486400"/>
            <a:ext cx="109728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FOR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60350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Ethereum's network costs: $80B+ in locked staking capital + billions in annual fees</a:t>
            </a:r>
          </a:p>
          <a:p>
            <a:pPr>
              <a:spcAft>
                <a:spcPts val="11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Solana's network costs: ~$150M/year in validator hardware + voting fees</a:t>
            </a:r>
          </a:p>
          <a:p>
            <a:pPr>
              <a:spcAft>
                <a:spcPts val="1100"/>
              </a:spcAft>
              <a:defRPr sz="2400" b="1">
                <a:solidFill>
                  <a:srgbClr val="34D399"/>
                </a:solidFill>
                <a:latin typeface="Segoe UI"/>
              </a:defRPr>
            </a:pPr>
            <a:r>
              <a:t>Dina's network cost: $6,048/year</a:t>
            </a:r>
          </a:p>
          <a:p>
            <a:pPr>
              <a:spcAft>
                <a:spcPts val="1100"/>
              </a:spcAft>
              <a:defRPr sz="2000" b="0">
                <a:solidFill>
                  <a:srgbClr val="34D399"/>
                </a:solidFill>
                <a:latin typeface="Segoe UI"/>
              </a:defRPr>
            </a:pPr>
            <a:r>
              <a:t>Same cryptographic verification. Same transaction processing. 99.99% cheaper.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WHAT IF WE JUST... STOPPED?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What if we stopped inventing tokens</a:t>
            </a:r>
            <a:br/>
            <a:r>
              <a:t>to pay strangers to run servers</a:t>
            </a:r>
            <a:br/>
            <a:r>
              <a:t>and just ran the servers ourselves?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800" b="1">
                <a:solidFill>
                  <a:srgbClr val="34D399"/>
                </a:solidFill>
                <a:latin typeface="Segoe UI"/>
              </a:defRPr>
            </a:pPr>
            <a:r>
              <a:t>No token. No gas fees. No inflation. No MEV.</a:t>
            </a:r>
          </a:p>
          <a:p>
            <a:pPr>
              <a:spcAft>
                <a:spcPts val="1100"/>
              </a:spcAft>
              <a:defRPr sz="2800" b="1">
                <a:solidFill>
                  <a:srgbClr val="34D399"/>
                </a:solidFill>
                <a:latin typeface="Segoe UI"/>
              </a:defRPr>
            </a:pPr>
            <a:r>
              <a:t>No staking. No slashing. No governance theater.</a:t>
            </a:r>
          </a:p>
          <a:p>
            <a:pPr>
              <a:spcAft>
                <a:spcPts val="11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1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Just USDC. Just transactions. Just 100ms.</a:t>
            </a:r>
          </a:p>
          <a:p>
            <a:pPr>
              <a:spcAft>
                <a:spcPts val="11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Just a company paying a $504/month cloud bill.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94A3B8"/>
                </a:solidFill>
                <a:latin typeface="Segoe UI"/>
              </a:defRPr>
            </a:pPr>
            <a:r>
              <a:t>The blockchain industry built</a:t>
            </a:r>
            <a:br/>
            <a:r>
              <a:t>a toll booth on a free road</a:t>
            </a:r>
            <a:br/>
            <a:r>
              <a:t>and convinced everyone</a:t>
            </a:r>
            <a:br/>
            <a:r>
              <a:t>the tolls were a feature.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We removed the toll booth.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583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Segoe UI"/>
              </a:defRPr>
            </a:pPr>
            <a:r>
              <a:t>$0.00 per transaction  ·  100ms  ·  4.5% APY  ·  USDC 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4980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dina-wallet.web.app                                    Dina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